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60" r:id="rId7"/>
    <p:sldId id="259" r:id="rId8"/>
    <p:sldId id="261" r:id="rId9"/>
    <p:sldId id="262" r:id="rId10"/>
    <p:sldId id="263" r:id="rId11"/>
    <p:sldId id="25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6060"/>
    <a:srgbClr val="E318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7C0E9F-1AAA-44AA-A3B4-4B93A962972D}" v="3" dt="2026-01-30T03:32:27.9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kins, James" userId="22dbd369-5602-45b9-bd4f-e278865c6247" providerId="ADAL" clId="{F60BA79C-8AC1-4EF3-9919-38E04C06F1A8}"/>
    <pc:docChg chg="undo custSel addSld modSld">
      <pc:chgData name="Jenkins, James" userId="22dbd369-5602-45b9-bd4f-e278865c6247" providerId="ADAL" clId="{F60BA79C-8AC1-4EF3-9919-38E04C06F1A8}" dt="2026-01-30T03:42:04.965" v="1196" actId="20577"/>
      <pc:docMkLst>
        <pc:docMk/>
      </pc:docMkLst>
      <pc:sldChg chg="modSp mod">
        <pc:chgData name="Jenkins, James" userId="22dbd369-5602-45b9-bd4f-e278865c6247" providerId="ADAL" clId="{F60BA79C-8AC1-4EF3-9919-38E04C06F1A8}" dt="2026-01-30T03:28:56.978" v="153" actId="20577"/>
        <pc:sldMkLst>
          <pc:docMk/>
          <pc:sldMk cId="3714276111" sldId="259"/>
        </pc:sldMkLst>
        <pc:spChg chg="mod">
          <ac:chgData name="Jenkins, James" userId="22dbd369-5602-45b9-bd4f-e278865c6247" providerId="ADAL" clId="{F60BA79C-8AC1-4EF3-9919-38E04C06F1A8}" dt="2026-01-30T03:28:56.978" v="153" actId="20577"/>
          <ac:spMkLst>
            <pc:docMk/>
            <pc:sldMk cId="3714276111" sldId="259"/>
            <ac:spMk id="8" creationId="{96198B63-F284-E99B-C950-B420792D81C5}"/>
          </ac:spMkLst>
        </pc:spChg>
      </pc:sldChg>
      <pc:sldChg chg="modSp mod">
        <pc:chgData name="Jenkins, James" userId="22dbd369-5602-45b9-bd4f-e278865c6247" providerId="ADAL" clId="{F60BA79C-8AC1-4EF3-9919-38E04C06F1A8}" dt="2026-01-30T03:27:34.189" v="128" actId="20577"/>
        <pc:sldMkLst>
          <pc:docMk/>
          <pc:sldMk cId="1932172337" sldId="260"/>
        </pc:sldMkLst>
        <pc:graphicFrameChg chg="modGraphic">
          <ac:chgData name="Jenkins, James" userId="22dbd369-5602-45b9-bd4f-e278865c6247" providerId="ADAL" clId="{F60BA79C-8AC1-4EF3-9919-38E04C06F1A8}" dt="2026-01-30T03:27:34.189" v="128" actId="20577"/>
          <ac:graphicFrameMkLst>
            <pc:docMk/>
            <pc:sldMk cId="1932172337" sldId="260"/>
            <ac:graphicFrameMk id="5" creationId="{9580031E-B665-3226-F35A-D29C4A1B6552}"/>
          </ac:graphicFrameMkLst>
        </pc:graphicFrameChg>
      </pc:sldChg>
      <pc:sldChg chg="modSp mod">
        <pc:chgData name="Jenkins, James" userId="22dbd369-5602-45b9-bd4f-e278865c6247" providerId="ADAL" clId="{F60BA79C-8AC1-4EF3-9919-38E04C06F1A8}" dt="2026-01-30T03:31:47.740" v="307" actId="20577"/>
        <pc:sldMkLst>
          <pc:docMk/>
          <pc:sldMk cId="3991727165" sldId="261"/>
        </pc:sldMkLst>
        <pc:spChg chg="mod">
          <ac:chgData name="Jenkins, James" userId="22dbd369-5602-45b9-bd4f-e278865c6247" providerId="ADAL" clId="{F60BA79C-8AC1-4EF3-9919-38E04C06F1A8}" dt="2026-01-30T03:31:47.740" v="307" actId="20577"/>
          <ac:spMkLst>
            <pc:docMk/>
            <pc:sldMk cId="3991727165" sldId="261"/>
            <ac:spMk id="3" creationId="{61EABC0C-737B-BC94-5B0A-C1A5B06E4C92}"/>
          </ac:spMkLst>
        </pc:spChg>
      </pc:sldChg>
      <pc:sldChg chg="addSp delSp modSp mod modClrScheme chgLayout">
        <pc:chgData name="Jenkins, James" userId="22dbd369-5602-45b9-bd4f-e278865c6247" providerId="ADAL" clId="{F60BA79C-8AC1-4EF3-9919-38E04C06F1A8}" dt="2026-01-30T03:42:04.965" v="1196" actId="20577"/>
        <pc:sldMkLst>
          <pc:docMk/>
          <pc:sldMk cId="3491521027" sldId="262"/>
        </pc:sldMkLst>
        <pc:spChg chg="mod ord">
          <ac:chgData name="Jenkins, James" userId="22dbd369-5602-45b9-bd4f-e278865c6247" providerId="ADAL" clId="{F60BA79C-8AC1-4EF3-9919-38E04C06F1A8}" dt="2026-01-30T03:33:50.383" v="322" actId="14100"/>
          <ac:spMkLst>
            <pc:docMk/>
            <pc:sldMk cId="3491521027" sldId="262"/>
            <ac:spMk id="2" creationId="{48CC1161-3749-4E59-A0C9-80DCA09B5FFC}"/>
          </ac:spMkLst>
        </pc:spChg>
        <pc:spChg chg="add del mod">
          <ac:chgData name="Jenkins, James" userId="22dbd369-5602-45b9-bd4f-e278865c6247" providerId="ADAL" clId="{F60BA79C-8AC1-4EF3-9919-38E04C06F1A8}" dt="2026-01-30T03:32:13.241" v="309" actId="478"/>
          <ac:spMkLst>
            <pc:docMk/>
            <pc:sldMk cId="3491521027" sldId="262"/>
            <ac:spMk id="3" creationId="{B15C8AA4-783F-8A8A-CFBF-0D4437EE489C}"/>
          </ac:spMkLst>
        </pc:spChg>
        <pc:spChg chg="add del mod">
          <ac:chgData name="Jenkins, James" userId="22dbd369-5602-45b9-bd4f-e278865c6247" providerId="ADAL" clId="{F60BA79C-8AC1-4EF3-9919-38E04C06F1A8}" dt="2026-01-30T03:33:25.860" v="319" actId="478"/>
          <ac:spMkLst>
            <pc:docMk/>
            <pc:sldMk cId="3491521027" sldId="262"/>
            <ac:spMk id="4" creationId="{35290EEB-EF4C-AFE1-F512-69D69ADCEC0E}"/>
          </ac:spMkLst>
        </pc:spChg>
        <pc:spChg chg="del">
          <ac:chgData name="Jenkins, James" userId="22dbd369-5602-45b9-bd4f-e278865c6247" providerId="ADAL" clId="{F60BA79C-8AC1-4EF3-9919-38E04C06F1A8}" dt="2026-01-30T03:32:20.908" v="310" actId="478"/>
          <ac:spMkLst>
            <pc:docMk/>
            <pc:sldMk cId="3491521027" sldId="262"/>
            <ac:spMk id="5" creationId="{A245C579-F985-F78A-A4E7-B26302535E98}"/>
          </ac:spMkLst>
        </pc:spChg>
        <pc:spChg chg="add del mod ord">
          <ac:chgData name="Jenkins, James" userId="22dbd369-5602-45b9-bd4f-e278865c6247" providerId="ADAL" clId="{F60BA79C-8AC1-4EF3-9919-38E04C06F1A8}" dt="2026-01-30T03:33:23.593" v="318" actId="700"/>
          <ac:spMkLst>
            <pc:docMk/>
            <pc:sldMk cId="3491521027" sldId="262"/>
            <ac:spMk id="6" creationId="{74BF7432-45DC-DFD2-0E6A-5EE545197A05}"/>
          </ac:spMkLst>
        </pc:spChg>
        <pc:spChg chg="add mod ord">
          <ac:chgData name="Jenkins, James" userId="22dbd369-5602-45b9-bd4f-e278865c6247" providerId="ADAL" clId="{F60BA79C-8AC1-4EF3-9919-38E04C06F1A8}" dt="2026-01-30T03:42:04.965" v="1196" actId="20577"/>
          <ac:spMkLst>
            <pc:docMk/>
            <pc:sldMk cId="3491521027" sldId="262"/>
            <ac:spMk id="8" creationId="{55D1C4B4-A648-F63B-0ED2-7EC7E4051F65}"/>
          </ac:spMkLst>
        </pc:spChg>
        <pc:spChg chg="del">
          <ac:chgData name="Jenkins, James" userId="22dbd369-5602-45b9-bd4f-e278865c6247" providerId="ADAL" clId="{F60BA79C-8AC1-4EF3-9919-38E04C06F1A8}" dt="2026-01-30T03:32:20.908" v="310" actId="478"/>
          <ac:spMkLst>
            <pc:docMk/>
            <pc:sldMk cId="3491521027" sldId="262"/>
            <ac:spMk id="13" creationId="{7D8A5DBA-9621-0445-43AC-96A878CEBA70}"/>
          </ac:spMkLst>
        </pc:spChg>
        <pc:spChg chg="del">
          <ac:chgData name="Jenkins, James" userId="22dbd369-5602-45b9-bd4f-e278865c6247" providerId="ADAL" clId="{F60BA79C-8AC1-4EF3-9919-38E04C06F1A8}" dt="2026-01-30T03:32:20.908" v="310" actId="478"/>
          <ac:spMkLst>
            <pc:docMk/>
            <pc:sldMk cId="3491521027" sldId="262"/>
            <ac:spMk id="14" creationId="{332FC2F4-2D62-1D8C-AC2D-B99A362DDAD3}"/>
          </ac:spMkLst>
        </pc:spChg>
        <pc:spChg chg="del">
          <ac:chgData name="Jenkins, James" userId="22dbd369-5602-45b9-bd4f-e278865c6247" providerId="ADAL" clId="{F60BA79C-8AC1-4EF3-9919-38E04C06F1A8}" dt="2026-01-30T03:32:20.908" v="310" actId="478"/>
          <ac:spMkLst>
            <pc:docMk/>
            <pc:sldMk cId="3491521027" sldId="262"/>
            <ac:spMk id="15" creationId="{7AB3A667-70BA-6BEC-0B79-BEE208AC1D6F}"/>
          </ac:spMkLst>
        </pc:spChg>
        <pc:spChg chg="del">
          <ac:chgData name="Jenkins, James" userId="22dbd369-5602-45b9-bd4f-e278865c6247" providerId="ADAL" clId="{F60BA79C-8AC1-4EF3-9919-38E04C06F1A8}" dt="2026-01-30T03:32:20.908" v="310" actId="478"/>
          <ac:spMkLst>
            <pc:docMk/>
            <pc:sldMk cId="3491521027" sldId="262"/>
            <ac:spMk id="16" creationId="{9F025370-C686-E118-EC5C-7AEA7D5CFDD0}"/>
          </ac:spMkLst>
        </pc:spChg>
        <pc:spChg chg="del">
          <ac:chgData name="Jenkins, James" userId="22dbd369-5602-45b9-bd4f-e278865c6247" providerId="ADAL" clId="{F60BA79C-8AC1-4EF3-9919-38E04C06F1A8}" dt="2026-01-30T03:32:20.908" v="310" actId="478"/>
          <ac:spMkLst>
            <pc:docMk/>
            <pc:sldMk cId="3491521027" sldId="262"/>
            <ac:spMk id="19" creationId="{11FB9FBA-6700-52AE-CBA1-9582D3E2E5EA}"/>
          </ac:spMkLst>
        </pc:spChg>
        <pc:spChg chg="del">
          <ac:chgData name="Jenkins, James" userId="22dbd369-5602-45b9-bd4f-e278865c6247" providerId="ADAL" clId="{F60BA79C-8AC1-4EF3-9919-38E04C06F1A8}" dt="2026-01-30T03:32:20.908" v="310" actId="478"/>
          <ac:spMkLst>
            <pc:docMk/>
            <pc:sldMk cId="3491521027" sldId="262"/>
            <ac:spMk id="20" creationId="{9D5EC466-3940-A6AA-070A-2DAB52BB8E50}"/>
          </ac:spMkLst>
        </pc:spChg>
        <pc:spChg chg="del">
          <ac:chgData name="Jenkins, James" userId="22dbd369-5602-45b9-bd4f-e278865c6247" providerId="ADAL" clId="{F60BA79C-8AC1-4EF3-9919-38E04C06F1A8}" dt="2026-01-30T03:32:20.908" v="310" actId="478"/>
          <ac:spMkLst>
            <pc:docMk/>
            <pc:sldMk cId="3491521027" sldId="262"/>
            <ac:spMk id="22" creationId="{E543AF9B-6193-250B-340E-CAD2A0DAFA3D}"/>
          </ac:spMkLst>
        </pc:spChg>
        <pc:spChg chg="del">
          <ac:chgData name="Jenkins, James" userId="22dbd369-5602-45b9-bd4f-e278865c6247" providerId="ADAL" clId="{F60BA79C-8AC1-4EF3-9919-38E04C06F1A8}" dt="2026-01-30T03:32:20.908" v="310" actId="478"/>
          <ac:spMkLst>
            <pc:docMk/>
            <pc:sldMk cId="3491521027" sldId="262"/>
            <ac:spMk id="24" creationId="{2936E167-6D5F-DEB3-F006-EAF72F8BDB11}"/>
          </ac:spMkLst>
        </pc:spChg>
        <pc:spChg chg="del">
          <ac:chgData name="Jenkins, James" userId="22dbd369-5602-45b9-bd4f-e278865c6247" providerId="ADAL" clId="{F60BA79C-8AC1-4EF3-9919-38E04C06F1A8}" dt="2026-01-30T03:32:20.908" v="310" actId="478"/>
          <ac:spMkLst>
            <pc:docMk/>
            <pc:sldMk cId="3491521027" sldId="262"/>
            <ac:spMk id="25" creationId="{DC6EF2FF-8C99-12C0-8E97-2202444C2D77}"/>
          </ac:spMkLst>
        </pc:spChg>
      </pc:sldChg>
      <pc:sldChg chg="add">
        <pc:chgData name="Jenkins, James" userId="22dbd369-5602-45b9-bd4f-e278865c6247" providerId="ADAL" clId="{F60BA79C-8AC1-4EF3-9919-38E04C06F1A8}" dt="2026-01-30T03:32:08.147" v="308" actId="2890"/>
        <pc:sldMkLst>
          <pc:docMk/>
          <pc:sldMk cId="605074376" sldId="263"/>
        </pc:sldMkLst>
      </pc:sldChg>
    </pc:docChg>
  </pc:docChgLst>
  <pc:docChgLst>
    <pc:chgData name="Jenkins, James" userId="22dbd369-5602-45b9-bd4f-e278865c6247" providerId="ADAL" clId="{8DDE56CA-45B9-4108-B666-8A997AD81334}"/>
    <pc:docChg chg="undo custSel addSld delSld modSld">
      <pc:chgData name="Jenkins, James" userId="22dbd369-5602-45b9-bd4f-e278865c6247" providerId="ADAL" clId="{8DDE56CA-45B9-4108-B666-8A997AD81334}" dt="2026-01-22T20:40:02.537" v="3874" actId="1076"/>
      <pc:docMkLst>
        <pc:docMk/>
      </pc:docMkLst>
      <pc:sldChg chg="modSp mod">
        <pc:chgData name="Jenkins, James" userId="22dbd369-5602-45b9-bd4f-e278865c6247" providerId="ADAL" clId="{8DDE56CA-45B9-4108-B666-8A997AD81334}" dt="2026-01-22T18:48:22.991" v="343" actId="20577"/>
        <pc:sldMkLst>
          <pc:docMk/>
          <pc:sldMk cId="0" sldId="256"/>
        </pc:sldMkLst>
        <pc:spChg chg="mod">
          <ac:chgData name="Jenkins, James" userId="22dbd369-5602-45b9-bd4f-e278865c6247" providerId="ADAL" clId="{8DDE56CA-45B9-4108-B666-8A997AD81334}" dt="2026-01-22T18:48:22.991" v="343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Jenkins, James" userId="22dbd369-5602-45b9-bd4f-e278865c6247" providerId="ADAL" clId="{8DDE56CA-45B9-4108-B666-8A997AD81334}" dt="2026-01-22T18:46:07.347" v="156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 modClrScheme chgLayout">
        <pc:chgData name="Jenkins, James" userId="22dbd369-5602-45b9-bd4f-e278865c6247" providerId="ADAL" clId="{8DDE56CA-45B9-4108-B666-8A997AD81334}" dt="2026-01-22T19:16:04.446" v="1088" actId="20577"/>
        <pc:sldMkLst>
          <pc:docMk/>
          <pc:sldMk cId="3710775210" sldId="257"/>
        </pc:sldMkLst>
        <pc:spChg chg="mod">
          <ac:chgData name="Jenkins, James" userId="22dbd369-5602-45b9-bd4f-e278865c6247" providerId="ADAL" clId="{8DDE56CA-45B9-4108-B666-8A997AD81334}" dt="2026-01-22T18:59:27.460" v="710" actId="14100"/>
          <ac:spMkLst>
            <pc:docMk/>
            <pc:sldMk cId="3710775210" sldId="257"/>
            <ac:spMk id="2" creationId="{650C2318-C1EC-D748-A87A-BF019C7F327E}"/>
          </ac:spMkLst>
        </pc:spChg>
        <pc:spChg chg="mod ord">
          <ac:chgData name="Jenkins, James" userId="22dbd369-5602-45b9-bd4f-e278865c6247" providerId="ADAL" clId="{8DDE56CA-45B9-4108-B666-8A997AD81334}" dt="2026-01-22T19:16:04.446" v="1088" actId="20577"/>
          <ac:spMkLst>
            <pc:docMk/>
            <pc:sldMk cId="3710775210" sldId="257"/>
            <ac:spMk id="3" creationId="{7D57EA32-C087-5742-A2B1-34DC84EF4531}"/>
          </ac:spMkLst>
        </pc:spChg>
        <pc:picChg chg="add mod">
          <ac:chgData name="Jenkins, James" userId="22dbd369-5602-45b9-bd4f-e278865c6247" providerId="ADAL" clId="{8DDE56CA-45B9-4108-B666-8A997AD81334}" dt="2026-01-22T18:59:19.208" v="709" actId="26606"/>
          <ac:picMkLst>
            <pc:docMk/>
            <pc:sldMk cId="3710775210" sldId="257"/>
            <ac:picMk id="5" creationId="{94DF0D5B-4669-1673-D7EC-B66A8F5E7BDD}"/>
          </ac:picMkLst>
        </pc:picChg>
      </pc:sldChg>
      <pc:sldChg chg="delSp modSp new mod">
        <pc:chgData name="Jenkins, James" userId="22dbd369-5602-45b9-bd4f-e278865c6247" providerId="ADAL" clId="{8DDE56CA-45B9-4108-B666-8A997AD81334}" dt="2026-01-22T19:51:09.158" v="2636" actId="313"/>
        <pc:sldMkLst>
          <pc:docMk/>
          <pc:sldMk cId="654832236" sldId="258"/>
        </pc:sldMkLst>
        <pc:spChg chg="mod">
          <ac:chgData name="Jenkins, James" userId="22dbd369-5602-45b9-bd4f-e278865c6247" providerId="ADAL" clId="{8DDE56CA-45B9-4108-B666-8A997AD81334}" dt="2026-01-22T19:01:27.739" v="753" actId="14100"/>
          <ac:spMkLst>
            <pc:docMk/>
            <pc:sldMk cId="654832236" sldId="258"/>
            <ac:spMk id="2" creationId="{2DF2F4C3-72A1-E136-7A04-2224AA0BA3C2}"/>
          </ac:spMkLst>
        </pc:spChg>
        <pc:spChg chg="mod">
          <ac:chgData name="Jenkins, James" userId="22dbd369-5602-45b9-bd4f-e278865c6247" providerId="ADAL" clId="{8DDE56CA-45B9-4108-B666-8A997AD81334}" dt="2026-01-22T19:51:09.158" v="2636" actId="313"/>
          <ac:spMkLst>
            <pc:docMk/>
            <pc:sldMk cId="654832236" sldId="258"/>
            <ac:spMk id="4" creationId="{8E68649E-9D27-E3A0-8F50-90EEBAC650D9}"/>
          </ac:spMkLst>
        </pc:spChg>
      </pc:sldChg>
      <pc:sldChg chg="addSp delSp modSp new mod">
        <pc:chgData name="Jenkins, James" userId="22dbd369-5602-45b9-bd4f-e278865c6247" providerId="ADAL" clId="{8DDE56CA-45B9-4108-B666-8A997AD81334}" dt="2026-01-22T20:13:11.640" v="3132" actId="20577"/>
        <pc:sldMkLst>
          <pc:docMk/>
          <pc:sldMk cId="3714276111" sldId="259"/>
        </pc:sldMkLst>
        <pc:spChg chg="mod">
          <ac:chgData name="Jenkins, James" userId="22dbd369-5602-45b9-bd4f-e278865c6247" providerId="ADAL" clId="{8DDE56CA-45B9-4108-B666-8A997AD81334}" dt="2026-01-22T19:54:48.213" v="2806" actId="14100"/>
          <ac:spMkLst>
            <pc:docMk/>
            <pc:sldMk cId="3714276111" sldId="259"/>
            <ac:spMk id="2" creationId="{0B11A0F9-80C6-066F-751F-0D650A14DE80}"/>
          </ac:spMkLst>
        </pc:spChg>
        <pc:spChg chg="mod">
          <ac:chgData name="Jenkins, James" userId="22dbd369-5602-45b9-bd4f-e278865c6247" providerId="ADAL" clId="{8DDE56CA-45B9-4108-B666-8A997AD81334}" dt="2026-01-22T19:55:16.367" v="2810" actId="14100"/>
          <ac:spMkLst>
            <pc:docMk/>
            <pc:sldMk cId="3714276111" sldId="259"/>
            <ac:spMk id="4" creationId="{25DFA9D5-A194-E5B8-22AC-EE430D0D9D8A}"/>
          </ac:spMkLst>
        </pc:spChg>
        <pc:spChg chg="add mod">
          <ac:chgData name="Jenkins, James" userId="22dbd369-5602-45b9-bd4f-e278865c6247" providerId="ADAL" clId="{8DDE56CA-45B9-4108-B666-8A997AD81334}" dt="2026-01-22T19:55:40.675" v="2817" actId="1076"/>
          <ac:spMkLst>
            <pc:docMk/>
            <pc:sldMk cId="3714276111" sldId="259"/>
            <ac:spMk id="6" creationId="{31BB42D0-BE53-7AC0-F4B6-56543068AA23}"/>
          </ac:spMkLst>
        </pc:spChg>
        <pc:spChg chg="add mod">
          <ac:chgData name="Jenkins, James" userId="22dbd369-5602-45b9-bd4f-e278865c6247" providerId="ADAL" clId="{8DDE56CA-45B9-4108-B666-8A997AD81334}" dt="2026-01-22T19:49:09" v="2553" actId="20577"/>
          <ac:spMkLst>
            <pc:docMk/>
            <pc:sldMk cId="3714276111" sldId="259"/>
            <ac:spMk id="7" creationId="{3999E77F-87D0-64FD-1CD9-66D41CB27C91}"/>
          </ac:spMkLst>
        </pc:spChg>
        <pc:spChg chg="add mod">
          <ac:chgData name="Jenkins, James" userId="22dbd369-5602-45b9-bd4f-e278865c6247" providerId="ADAL" clId="{8DDE56CA-45B9-4108-B666-8A997AD81334}" dt="2026-01-22T20:13:11.640" v="3132" actId="20577"/>
          <ac:spMkLst>
            <pc:docMk/>
            <pc:sldMk cId="3714276111" sldId="259"/>
            <ac:spMk id="8" creationId="{96198B63-F284-E99B-C950-B420792D81C5}"/>
          </ac:spMkLst>
        </pc:spChg>
        <pc:spChg chg="add mod">
          <ac:chgData name="Jenkins, James" userId="22dbd369-5602-45b9-bd4f-e278865c6247" providerId="ADAL" clId="{8DDE56CA-45B9-4108-B666-8A997AD81334}" dt="2026-01-22T20:00:06.152" v="3048" actId="20577"/>
          <ac:spMkLst>
            <pc:docMk/>
            <pc:sldMk cId="3714276111" sldId="259"/>
            <ac:spMk id="11" creationId="{FF06BD0C-0191-0BF7-0ADD-54EC3251CCF6}"/>
          </ac:spMkLst>
        </pc:spChg>
        <pc:picChg chg="add mod">
          <ac:chgData name="Jenkins, James" userId="22dbd369-5602-45b9-bd4f-e278865c6247" providerId="ADAL" clId="{8DDE56CA-45B9-4108-B666-8A997AD81334}" dt="2026-01-22T19:58:47.123" v="2974" actId="1076"/>
          <ac:picMkLst>
            <pc:docMk/>
            <pc:sldMk cId="3714276111" sldId="259"/>
            <ac:picMk id="10" creationId="{C613A085-775E-B5D3-0752-BDDD3AEE8BAE}"/>
          </ac:picMkLst>
        </pc:picChg>
      </pc:sldChg>
      <pc:sldChg chg="addSp delSp modSp new mod">
        <pc:chgData name="Jenkins, James" userId="22dbd369-5602-45b9-bd4f-e278865c6247" providerId="ADAL" clId="{8DDE56CA-45B9-4108-B666-8A997AD81334}" dt="2026-01-22T19:37:30.681" v="2047" actId="20577"/>
        <pc:sldMkLst>
          <pc:docMk/>
          <pc:sldMk cId="1932172337" sldId="260"/>
        </pc:sldMkLst>
        <pc:spChg chg="mod">
          <ac:chgData name="Jenkins, James" userId="22dbd369-5602-45b9-bd4f-e278865c6247" providerId="ADAL" clId="{8DDE56CA-45B9-4108-B666-8A997AD81334}" dt="2026-01-22T19:12:59.498" v="970" actId="20577"/>
          <ac:spMkLst>
            <pc:docMk/>
            <pc:sldMk cId="1932172337" sldId="260"/>
            <ac:spMk id="2" creationId="{A9785323-8D1D-24D8-2FCF-CE163C8AE84F}"/>
          </ac:spMkLst>
        </pc:spChg>
        <pc:spChg chg="add del mod">
          <ac:chgData name="Jenkins, James" userId="22dbd369-5602-45b9-bd4f-e278865c6247" providerId="ADAL" clId="{8DDE56CA-45B9-4108-B666-8A997AD81334}" dt="2026-01-22T19:31:43.354" v="1655" actId="20577"/>
          <ac:spMkLst>
            <pc:docMk/>
            <pc:sldMk cId="1932172337" sldId="260"/>
            <ac:spMk id="3" creationId="{55FE370E-9019-8145-A7C1-BDFAC6238551}"/>
          </ac:spMkLst>
        </pc:spChg>
        <pc:spChg chg="add mod">
          <ac:chgData name="Jenkins, James" userId="22dbd369-5602-45b9-bd4f-e278865c6247" providerId="ADAL" clId="{8DDE56CA-45B9-4108-B666-8A997AD81334}" dt="2026-01-22T19:37:30.681" v="2047" actId="20577"/>
          <ac:spMkLst>
            <pc:docMk/>
            <pc:sldMk cId="1932172337" sldId="260"/>
            <ac:spMk id="6" creationId="{419DCB48-DFBB-56A8-1E3B-7431CDC3D4D6}"/>
          </ac:spMkLst>
        </pc:spChg>
        <pc:graphicFrameChg chg="add mod modGraphic">
          <ac:chgData name="Jenkins, James" userId="22dbd369-5602-45b9-bd4f-e278865c6247" providerId="ADAL" clId="{8DDE56CA-45B9-4108-B666-8A997AD81334}" dt="2026-01-22T19:31:18.739" v="1652" actId="14100"/>
          <ac:graphicFrameMkLst>
            <pc:docMk/>
            <pc:sldMk cId="1932172337" sldId="260"/>
            <ac:graphicFrameMk id="5" creationId="{9580031E-B665-3226-F35A-D29C4A1B6552}"/>
          </ac:graphicFrameMkLst>
        </pc:graphicFrameChg>
      </pc:sldChg>
      <pc:sldChg chg="addSp delSp modSp new mod">
        <pc:chgData name="Jenkins, James" userId="22dbd369-5602-45b9-bd4f-e278865c6247" providerId="ADAL" clId="{8DDE56CA-45B9-4108-B666-8A997AD81334}" dt="2026-01-22T20:19:53.042" v="3692" actId="20577"/>
        <pc:sldMkLst>
          <pc:docMk/>
          <pc:sldMk cId="3991727165" sldId="261"/>
        </pc:sldMkLst>
        <pc:spChg chg="mod">
          <ac:chgData name="Jenkins, James" userId="22dbd369-5602-45b9-bd4f-e278865c6247" providerId="ADAL" clId="{8DDE56CA-45B9-4108-B666-8A997AD81334}" dt="2026-01-22T20:02:38.457" v="3087" actId="14100"/>
          <ac:spMkLst>
            <pc:docMk/>
            <pc:sldMk cId="3991727165" sldId="261"/>
            <ac:spMk id="2" creationId="{F756A700-7DAC-C08C-84B1-FDEF3CC506BB}"/>
          </ac:spMkLst>
        </pc:spChg>
        <pc:spChg chg="add del mod">
          <ac:chgData name="Jenkins, James" userId="22dbd369-5602-45b9-bd4f-e278865c6247" providerId="ADAL" clId="{8DDE56CA-45B9-4108-B666-8A997AD81334}" dt="2026-01-22T20:19:53.042" v="3692" actId="20577"/>
          <ac:spMkLst>
            <pc:docMk/>
            <pc:sldMk cId="3991727165" sldId="261"/>
            <ac:spMk id="3" creationId="{61EABC0C-737B-BC94-5B0A-C1A5B06E4C92}"/>
          </ac:spMkLst>
        </pc:spChg>
        <pc:spChg chg="add del mod">
          <ac:chgData name="Jenkins, James" userId="22dbd369-5602-45b9-bd4f-e278865c6247" providerId="ADAL" clId="{8DDE56CA-45B9-4108-B666-8A997AD81334}" dt="2026-01-22T20:18:03.743" v="3473" actId="20577"/>
          <ac:spMkLst>
            <pc:docMk/>
            <pc:sldMk cId="3991727165" sldId="261"/>
            <ac:spMk id="6" creationId="{4DDA84FD-C08F-9BFB-0236-40819E048690}"/>
          </ac:spMkLst>
        </pc:spChg>
        <pc:picChg chg="add mod">
          <ac:chgData name="Jenkins, James" userId="22dbd369-5602-45b9-bd4f-e278865c6247" providerId="ADAL" clId="{8DDE56CA-45B9-4108-B666-8A997AD81334}" dt="2026-01-22T20:17:30.254" v="3469" actId="1076"/>
          <ac:picMkLst>
            <pc:docMk/>
            <pc:sldMk cId="3991727165" sldId="261"/>
            <ac:picMk id="5" creationId="{DD354D62-3592-197E-F163-964DD0B01DBF}"/>
          </ac:picMkLst>
        </pc:picChg>
      </pc:sldChg>
      <pc:sldChg chg="addSp delSp modSp new mod">
        <pc:chgData name="Jenkins, James" userId="22dbd369-5602-45b9-bd4f-e278865c6247" providerId="ADAL" clId="{8DDE56CA-45B9-4108-B666-8A997AD81334}" dt="2026-01-22T20:40:02.537" v="3874" actId="1076"/>
        <pc:sldMkLst>
          <pc:docMk/>
          <pc:sldMk cId="3491521027" sldId="262"/>
        </pc:sldMkLst>
        <pc:spChg chg="mod">
          <ac:chgData name="Jenkins, James" userId="22dbd369-5602-45b9-bd4f-e278865c6247" providerId="ADAL" clId="{8DDE56CA-45B9-4108-B666-8A997AD81334}" dt="2026-01-22T20:21:19.949" v="3722" actId="27636"/>
          <ac:spMkLst>
            <pc:docMk/>
            <pc:sldMk cId="3491521027" sldId="262"/>
            <ac:spMk id="2" creationId="{48CC1161-3749-4E59-A0C9-80DCA09B5FF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6398" y="3797301"/>
            <a:ext cx="8229600" cy="1752600"/>
          </a:xfrm>
        </p:spPr>
        <p:txBody>
          <a:bodyPr anchor="t"/>
          <a:lstStyle>
            <a:lvl1pPr marL="0" indent="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non, </a:t>
            </a:r>
            <a:r>
              <a:rPr lang="en-US" err="1"/>
              <a:t>semper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, </a:t>
            </a:r>
            <a:r>
              <a:rPr lang="en-US" err="1"/>
              <a:t>posuere</a:t>
            </a:r>
            <a:r>
              <a:rPr lang="en-US"/>
              <a:t> a, </a:t>
            </a:r>
            <a:r>
              <a:rPr lang="en-US" err="1"/>
              <a:t>pede</a:t>
            </a:r>
            <a:r>
              <a:rPr lang="en-US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06398" y="6356350"/>
            <a:ext cx="2133600" cy="365125"/>
          </a:xfrm>
          <a:prstGeom prst="rect">
            <a:avLst/>
          </a:prstGeom>
        </p:spPr>
        <p:txBody>
          <a:bodyPr anchor="b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fld id="{E4978A72-3819-9C4B-963D-D266A564110A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435508"/>
            <a:ext cx="2133600" cy="365125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rgbClr val="5F6060"/>
                </a:solidFill>
              </a:defRPr>
            </a:lvl1pPr>
          </a:lstStyle>
          <a:p>
            <a:fld id="{55C8E9BC-F14A-C846-9E8B-DBB79435DF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06398" y="26985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Master text style.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374FE7-FA3B-7C49-9842-E0CC394A43B2}"/>
              </a:ext>
            </a:extLst>
          </p:cNvPr>
          <p:cNvSpPr/>
          <p:nvPr userDrawn="1"/>
        </p:nvSpPr>
        <p:spPr>
          <a:xfrm>
            <a:off x="192546" y="300638"/>
            <a:ext cx="3347884" cy="137897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8351EB-505D-3348-AB76-1BB3FE17AC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842847" y="-2738574"/>
            <a:ext cx="8831298" cy="682418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865" y="1645478"/>
            <a:ext cx="8229600" cy="74475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rgbClr val="E3183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865" y="2400974"/>
            <a:ext cx="8229600" cy="3466425"/>
          </a:xfrm>
        </p:spPr>
        <p:txBody>
          <a:bodyPr/>
          <a:lstStyle>
            <a:lvl1pPr>
              <a:defRPr>
                <a:solidFill>
                  <a:srgbClr val="5F6060"/>
                </a:solidFill>
              </a:defRPr>
            </a:lvl1pPr>
            <a:lvl2pPr>
              <a:defRPr>
                <a:solidFill>
                  <a:srgbClr val="5F6060"/>
                </a:solidFill>
              </a:defRPr>
            </a:lvl2pPr>
            <a:lvl3pPr>
              <a:defRPr>
                <a:solidFill>
                  <a:srgbClr val="5F6060"/>
                </a:solidFill>
              </a:defRPr>
            </a:lvl3pPr>
            <a:lvl4pPr>
              <a:defRPr>
                <a:solidFill>
                  <a:srgbClr val="5F6060"/>
                </a:solidFill>
              </a:defRPr>
            </a:lvl4pPr>
            <a:lvl5pPr>
              <a:defRPr>
                <a:solidFill>
                  <a:srgbClr val="5F606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435508"/>
            <a:ext cx="2133600" cy="365125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rgbClr val="5F6060"/>
                </a:solidFill>
              </a:defRPr>
            </a:lvl1pPr>
          </a:lstStyle>
          <a:p>
            <a:fld id="{55C8E9BC-F14A-C846-9E8B-DBB79435DF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D3B931-6DCF-9049-A946-C1130AF68D77}"/>
              </a:ext>
            </a:extLst>
          </p:cNvPr>
          <p:cNvSpPr/>
          <p:nvPr userDrawn="1"/>
        </p:nvSpPr>
        <p:spPr>
          <a:xfrm>
            <a:off x="0" y="294683"/>
            <a:ext cx="5184825" cy="120227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02252E-2E0C-6645-876E-B4A6D3DA75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439365" y="-2430960"/>
            <a:ext cx="8440466" cy="65221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7181"/>
            <a:ext cx="7772400" cy="801790"/>
          </a:xfrm>
        </p:spPr>
        <p:txBody>
          <a:bodyPr anchor="b">
            <a:normAutofit/>
          </a:bodyPr>
          <a:lstStyle>
            <a:lvl1pPr algn="l">
              <a:defRPr sz="3200" b="0" cap="none">
                <a:solidFill>
                  <a:srgbClr val="E3183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652713"/>
            <a:ext cx="7772400" cy="3163887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435508"/>
            <a:ext cx="2133600" cy="365125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rgbClr val="5F6060"/>
                </a:solidFill>
              </a:defRPr>
            </a:lvl1pPr>
          </a:lstStyle>
          <a:p>
            <a:fld id="{55C8E9BC-F14A-C846-9E8B-DBB79435DF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65380"/>
            <a:ext cx="4038600" cy="4432299"/>
          </a:xfrm>
        </p:spPr>
        <p:txBody>
          <a:bodyPr>
            <a:normAutofit/>
          </a:bodyPr>
          <a:lstStyle>
            <a:lvl1pPr>
              <a:defRPr sz="1800">
                <a:solidFill>
                  <a:srgbClr val="5F6060"/>
                </a:solidFill>
              </a:defRPr>
            </a:lvl1pPr>
            <a:lvl2pPr>
              <a:defRPr sz="1800">
                <a:solidFill>
                  <a:srgbClr val="5F6060"/>
                </a:solidFill>
              </a:defRPr>
            </a:lvl2pPr>
            <a:lvl3pPr>
              <a:defRPr sz="1800">
                <a:solidFill>
                  <a:srgbClr val="5F6060"/>
                </a:solidFill>
              </a:defRPr>
            </a:lvl3pPr>
            <a:lvl4pPr>
              <a:defRPr sz="1800">
                <a:solidFill>
                  <a:srgbClr val="5F6060"/>
                </a:solidFill>
              </a:defRPr>
            </a:lvl4pPr>
            <a:lvl5pPr>
              <a:defRPr sz="1800">
                <a:solidFill>
                  <a:srgbClr val="5F606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65380"/>
            <a:ext cx="4038600" cy="4432299"/>
          </a:xfrm>
        </p:spPr>
        <p:txBody>
          <a:bodyPr>
            <a:normAutofit/>
          </a:bodyPr>
          <a:lstStyle>
            <a:lvl1pPr>
              <a:defRPr sz="1800">
                <a:solidFill>
                  <a:srgbClr val="5F6060"/>
                </a:solidFill>
              </a:defRPr>
            </a:lvl1pPr>
            <a:lvl2pPr>
              <a:defRPr sz="1800">
                <a:solidFill>
                  <a:srgbClr val="5F6060"/>
                </a:solidFill>
              </a:defRPr>
            </a:lvl2pPr>
            <a:lvl3pPr>
              <a:defRPr sz="1800">
                <a:solidFill>
                  <a:srgbClr val="5F6060"/>
                </a:solidFill>
              </a:defRPr>
            </a:lvl3pPr>
            <a:lvl4pPr>
              <a:defRPr sz="1800">
                <a:solidFill>
                  <a:srgbClr val="5F6060"/>
                </a:solidFill>
              </a:defRPr>
            </a:lvl4pPr>
            <a:lvl5pPr>
              <a:defRPr sz="1800">
                <a:solidFill>
                  <a:srgbClr val="5F606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435508"/>
            <a:ext cx="2133600" cy="365125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rgbClr val="5F6060"/>
                </a:solidFill>
              </a:defRPr>
            </a:lvl1pPr>
          </a:lstStyle>
          <a:p>
            <a:fld id="{55C8E9BC-F14A-C846-9E8B-DBB79435DF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09636"/>
            <a:ext cx="4040188" cy="63976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rgbClr val="E3183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49398"/>
            <a:ext cx="4040188" cy="3895725"/>
          </a:xfrm>
        </p:spPr>
        <p:txBody>
          <a:bodyPr>
            <a:normAutofit/>
          </a:bodyPr>
          <a:lstStyle>
            <a:lvl1pPr>
              <a:defRPr sz="1800">
                <a:solidFill>
                  <a:srgbClr val="5F6060"/>
                </a:solidFill>
              </a:defRPr>
            </a:lvl1pPr>
            <a:lvl2pPr>
              <a:defRPr sz="1800">
                <a:solidFill>
                  <a:srgbClr val="5F6060"/>
                </a:solidFill>
              </a:defRPr>
            </a:lvl2pPr>
            <a:lvl3pPr>
              <a:defRPr sz="1800">
                <a:solidFill>
                  <a:srgbClr val="5F6060"/>
                </a:solidFill>
              </a:defRPr>
            </a:lvl3pPr>
            <a:lvl4pPr>
              <a:defRPr sz="1800">
                <a:solidFill>
                  <a:srgbClr val="5F6060"/>
                </a:solidFill>
              </a:defRPr>
            </a:lvl4pPr>
            <a:lvl5pPr>
              <a:defRPr sz="1800">
                <a:solidFill>
                  <a:srgbClr val="5F606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09636"/>
            <a:ext cx="4041775" cy="63976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rgbClr val="E3183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49398"/>
            <a:ext cx="4041775" cy="3895725"/>
          </a:xfrm>
        </p:spPr>
        <p:txBody>
          <a:bodyPr>
            <a:normAutofit/>
          </a:bodyPr>
          <a:lstStyle>
            <a:lvl1pPr>
              <a:defRPr sz="1800">
                <a:solidFill>
                  <a:srgbClr val="5F6060"/>
                </a:solidFill>
              </a:defRPr>
            </a:lvl1pPr>
            <a:lvl2pPr>
              <a:defRPr sz="1800">
                <a:solidFill>
                  <a:srgbClr val="5F6060"/>
                </a:solidFill>
              </a:defRPr>
            </a:lvl2pPr>
            <a:lvl3pPr>
              <a:defRPr sz="1800">
                <a:solidFill>
                  <a:srgbClr val="5F6060"/>
                </a:solidFill>
              </a:defRPr>
            </a:lvl3pPr>
            <a:lvl4pPr>
              <a:defRPr sz="1800">
                <a:solidFill>
                  <a:srgbClr val="5F6060"/>
                </a:solidFill>
              </a:defRPr>
            </a:lvl4pPr>
            <a:lvl5pPr>
              <a:defRPr sz="1800">
                <a:solidFill>
                  <a:srgbClr val="5F606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6705600" y="435508"/>
            <a:ext cx="2133600" cy="365125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rgbClr val="5F6060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8E9BC-F14A-C846-9E8B-DBB79435DFA3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6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F6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865" y="2414616"/>
            <a:ext cx="8229600" cy="1143000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E3183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435508"/>
            <a:ext cx="2133600" cy="365125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rgbClr val="5F6060"/>
                </a:solidFill>
              </a:defRPr>
            </a:lvl1pPr>
          </a:lstStyle>
          <a:p>
            <a:fld id="{55C8E9BC-F14A-C846-9E8B-DBB79435DF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435508"/>
            <a:ext cx="2133600" cy="365125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rgbClr val="5F6060"/>
                </a:solidFill>
              </a:defRPr>
            </a:lvl1pPr>
          </a:lstStyle>
          <a:p>
            <a:fld id="{55C8E9BC-F14A-C846-9E8B-DBB79435DF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85617"/>
            <a:ext cx="3008313" cy="1162050"/>
          </a:xfrm>
        </p:spPr>
        <p:txBody>
          <a:bodyPr anchor="b"/>
          <a:lstStyle>
            <a:lvl1pPr algn="l">
              <a:defRPr sz="2000" b="0">
                <a:solidFill>
                  <a:srgbClr val="E3183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85617"/>
            <a:ext cx="5111750" cy="46799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847668"/>
            <a:ext cx="3008313" cy="351789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5F606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435508"/>
            <a:ext cx="2133600" cy="365125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rgbClr val="5F6060"/>
                </a:solidFill>
              </a:defRPr>
            </a:lvl1pPr>
          </a:lstStyle>
          <a:p>
            <a:fld id="{55C8E9BC-F14A-C846-9E8B-DBB79435DF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272548"/>
            <a:ext cx="5486400" cy="566738"/>
          </a:xfrm>
        </p:spPr>
        <p:txBody>
          <a:bodyPr anchor="b"/>
          <a:lstStyle>
            <a:lvl1pPr algn="l">
              <a:defRPr sz="2000" b="0">
                <a:solidFill>
                  <a:srgbClr val="E3183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716547"/>
            <a:ext cx="5486400" cy="34829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839286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5F606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435508"/>
            <a:ext cx="2133600" cy="365125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rgbClr val="5F6060"/>
                </a:solidFill>
              </a:defRPr>
            </a:lvl1pPr>
          </a:lstStyle>
          <a:p>
            <a:fld id="{55C8E9BC-F14A-C846-9E8B-DBB79435DF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865" y="1651818"/>
            <a:ext cx="8229600" cy="839817"/>
          </a:xfrm>
        </p:spPr>
        <p:txBody>
          <a:bodyPr>
            <a:normAutofit/>
          </a:bodyPr>
          <a:lstStyle>
            <a:lvl1pPr>
              <a:defRPr sz="3200">
                <a:solidFill>
                  <a:srgbClr val="E31837"/>
                </a:solidFill>
              </a:defRPr>
            </a:lvl1pPr>
          </a:lstStyle>
          <a:p>
            <a:r>
              <a:rPr lang="en-US"/>
              <a:t>Click to edit Master title styles.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4865" y="2440016"/>
            <a:ext cx="8229600" cy="3401984"/>
          </a:xfrm>
        </p:spPr>
        <p:txBody>
          <a:bodyPr vert="eaVert">
            <a:normAutofit/>
          </a:bodyPr>
          <a:lstStyle>
            <a:lvl1pPr>
              <a:defRPr sz="1800">
                <a:solidFill>
                  <a:srgbClr val="5F6060"/>
                </a:solidFill>
              </a:defRPr>
            </a:lvl1pPr>
            <a:lvl2pPr>
              <a:defRPr sz="1800">
                <a:solidFill>
                  <a:srgbClr val="5F6060"/>
                </a:solidFill>
              </a:defRPr>
            </a:lvl2pPr>
            <a:lvl3pPr>
              <a:defRPr sz="1800">
                <a:solidFill>
                  <a:srgbClr val="5F6060"/>
                </a:solidFill>
              </a:defRPr>
            </a:lvl3pPr>
            <a:lvl4pPr>
              <a:defRPr sz="1800">
                <a:solidFill>
                  <a:srgbClr val="5F6060"/>
                </a:solidFill>
              </a:defRPr>
            </a:lvl4pPr>
            <a:lvl5pPr>
              <a:defRPr sz="1800">
                <a:solidFill>
                  <a:srgbClr val="5F606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435508"/>
            <a:ext cx="2133600" cy="365125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rgbClr val="5F6060"/>
                </a:solidFill>
              </a:defRPr>
            </a:lvl1pPr>
          </a:lstStyle>
          <a:p>
            <a:fld id="{55C8E9BC-F14A-C846-9E8B-DBB79435DF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865" y="266861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Master text style.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865" y="3811617"/>
            <a:ext cx="8229600" cy="2449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0C5D35-318E-E141-B71A-47071FF0A46C}"/>
              </a:ext>
            </a:extLst>
          </p:cNvPr>
          <p:cNvSpPr/>
          <p:nvPr userDrawn="1"/>
        </p:nvSpPr>
        <p:spPr>
          <a:xfrm>
            <a:off x="213852" y="243348"/>
            <a:ext cx="3141406" cy="12683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98D67-1312-3640-A8EF-0900E91F1E2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2513108" y="-2502922"/>
            <a:ext cx="8595325" cy="66418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bg1"/>
          </a:solidFill>
          <a:latin typeface="Georgia"/>
          <a:ea typeface="+mj-ea"/>
          <a:cs typeface="Georg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EECE 682 – Advanced Digital IC Design</a:t>
            </a:r>
          </a:p>
          <a:p>
            <a:r>
              <a:rPr lang="en-US"/>
              <a:t>Instructor: Muhammad Khan, PhD</a:t>
            </a:r>
          </a:p>
          <a:p>
            <a:endParaRPr lang="en-US"/>
          </a:p>
          <a:p>
            <a:r>
              <a:rPr lang="en-US"/>
              <a:t>Students: James Jenkins, Jeff </a:t>
            </a:r>
            <a:r>
              <a:rPr lang="en-US" err="1"/>
              <a:t>Allo</a:t>
            </a:r>
            <a:r>
              <a:rPr lang="en-US"/>
              <a:t>, Anthony Berry, Olusegun </a:t>
            </a:r>
            <a:r>
              <a:rPr lang="en-US" err="1"/>
              <a:t>Alofabi</a:t>
            </a:r>
            <a:r>
              <a:rPr lang="en-US"/>
              <a:t>, Griffin Laney</a:t>
            </a:r>
          </a:p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Pseudo Random Number Generator Based on Chaotic Double Pendulum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C2318-C1EC-D748-A87A-BF019C7F3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85617"/>
            <a:ext cx="3008313" cy="408359"/>
          </a:xfrm>
        </p:spPr>
        <p:txBody>
          <a:bodyPr anchor="b">
            <a:normAutofit/>
          </a:bodyPr>
          <a:lstStyle/>
          <a:p>
            <a:r>
              <a:rPr lang="en-US"/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DF0D5B-4669-1673-D7EC-B66A8F5E7B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" r="12467" b="1"/>
          <a:stretch>
            <a:fillRect/>
          </a:stretch>
        </p:blipFill>
        <p:spPr>
          <a:xfrm>
            <a:off x="3575050" y="1685617"/>
            <a:ext cx="5111750" cy="4679949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7EA32-C087-5742-A2B1-34DC84EF4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093976"/>
            <a:ext cx="3008313" cy="42715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/>
              <a:t>Random Number Generators (RNGs) are an integral part of encryption [1]: 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Key generation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Initialization Vectors (IVs)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Nonces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Salting</a:t>
            </a:r>
            <a:endParaRPr lang="en-US" sz="17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90000"/>
              </a:lnSpc>
            </a:pPr>
            <a:r>
              <a:rPr lang="en-US" sz="1700"/>
              <a:t>Outside of encryption: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Shuffling data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Monte Carlo simulations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Gaming/Lottery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Statistical sampling</a:t>
            </a:r>
          </a:p>
        </p:txBody>
      </p:sp>
    </p:spTree>
    <p:extLst>
      <p:ext uri="{BB962C8B-B14F-4D97-AF65-F5344CB8AC3E}">
        <p14:creationId xmlns:p14="http://schemas.microsoft.com/office/powerpoint/2010/main" val="371077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85323-8D1D-24D8-2FCF-CE163C8AE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85617"/>
            <a:ext cx="3008313" cy="444935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E370E-9019-8145-A7C1-BDFAC6238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30552"/>
            <a:ext cx="8229600" cy="444935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RNGs are placed into two categories: True RNG (TRNG) and Pseudo RNG (PRNG) [2]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80031E-B665-3226-F35A-D29C4A1B65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923701"/>
              </p:ext>
            </p:extLst>
          </p:nvPr>
        </p:nvGraphicFramePr>
        <p:xfrm>
          <a:off x="457200" y="2481071"/>
          <a:ext cx="8229600" cy="2926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53461107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80902679"/>
                    </a:ext>
                  </a:extLst>
                </a:gridCol>
              </a:tblGrid>
              <a:tr h="35825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846518"/>
                  </a:ext>
                </a:extLst>
              </a:tr>
              <a:tr h="247341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Quantum effects (QRNG)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Optics (wave interference)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Photon polarization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Spontaneous emission (photons)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Thermal/electrical noise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Radioactive decay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OS entropy (time, processes, memory)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Computationally expensive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Deterministic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Not truly random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Algorithm-based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Seeded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Computationally efficient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Simple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057740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9DCB48-DFBB-56A8-1E3B-7431CDC3D4D6}"/>
              </a:ext>
            </a:extLst>
          </p:cNvPr>
          <p:cNvSpPr txBox="1">
            <a:spLocks/>
          </p:cNvSpPr>
          <p:nvPr/>
        </p:nvSpPr>
        <p:spPr>
          <a:xfrm>
            <a:off x="457200" y="5407151"/>
            <a:ext cx="8229600" cy="847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PRNGs are widely used because of their computational efficiency and wide-variety of seed sources. PRNGs are not truly random, but the mechanism for acquiring the seed can make a pseudo random number nearly impossible to replicate.</a:t>
            </a:r>
          </a:p>
          <a:p>
            <a:endParaRPr lang="en-US" sz="1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172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1A0F9-80C6-066F-751F-0D650A14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685617"/>
            <a:ext cx="1773936" cy="399215"/>
          </a:xfrm>
        </p:spPr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FA9D5-A194-E5B8-22AC-EE430D0D9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084832"/>
            <a:ext cx="8092440" cy="621792"/>
          </a:xfrm>
        </p:spPr>
        <p:txBody>
          <a:bodyPr>
            <a:normAutofit lnSpcReduction="10000"/>
          </a:bodyPr>
          <a:lstStyle/>
          <a:p>
            <a:r>
              <a:rPr lang="en-US"/>
              <a:t>Double pendulums are characterized as a chaotic system. As stated by </a:t>
            </a:r>
            <a:r>
              <a:rPr lang="en-US" err="1"/>
              <a:t>Shinbrot</a:t>
            </a:r>
            <a:r>
              <a:rPr lang="en-US"/>
              <a:t> et al. [4]: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3">
                <a:extLst>
                  <a:ext uri="{FF2B5EF4-FFF2-40B4-BE49-F238E27FC236}">
                    <a16:creationId xmlns:a16="http://schemas.microsoft.com/office/drawing/2014/main" id="{31BB42D0-BE53-7AC0-F4B6-56543068AA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4336" y="2979421"/>
                <a:ext cx="3355912" cy="172821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1800" kern="1200">
                    <a:solidFill>
                      <a:srgbClr val="5F606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1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9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9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i="1">
                    <a:solidFill>
                      <a:srgbClr val="5F6060"/>
                    </a:solidFill>
                  </a:rPr>
                  <a:t>Sensitive dependence on initial conditions is the hallmark of chaos. This means that tiny separations,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5F6060"/>
                        </a:solidFill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b="0" i="1" smtClean="0">
                        <a:solidFill>
                          <a:srgbClr val="5F6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solidFill>
                          <a:srgbClr val="5F6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rgbClr val="5F6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5F6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5F6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5F6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i="1">
                    <a:solidFill>
                      <a:srgbClr val="5F6060"/>
                    </a:solidFill>
                  </a:rPr>
                  <a:t>, between nearby initial conditions are amplified exponentially in time: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5F6060"/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en-US" sz="1400" b="0" i="1" smtClean="0">
                          <a:solidFill>
                            <a:srgbClr val="5F606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5F6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5F606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5F606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400" b="0" i="1" smtClean="0">
                          <a:solidFill>
                            <a:srgbClr val="5F6060"/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en-US" sz="1400" b="0" i="1" smtClean="0">
                          <a:solidFill>
                            <a:srgbClr val="5F606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5F6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5F6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5F606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5F6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1400" b="0" i="1" smtClean="0">
                              <a:solidFill>
                                <a:srgbClr val="5F6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rgbClr val="5F606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b="0" i="1" smtClean="0">
                              <a:solidFill>
                                <a:srgbClr val="5F606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1400" b="0" i="1" smtClean="0">
                              <a:solidFill>
                                <a:srgbClr val="5F606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1400" i="1">
                  <a:solidFill>
                    <a:srgbClr val="5F6060"/>
                  </a:solidFill>
                </a:endParaRPr>
              </a:p>
            </p:txBody>
          </p:sp>
        </mc:Choice>
        <mc:Fallback xmlns="">
          <p:sp>
            <p:nvSpPr>
              <p:cNvPr id="6" name="Text Placeholder 3">
                <a:extLst>
                  <a:ext uri="{FF2B5EF4-FFF2-40B4-BE49-F238E27FC236}">
                    <a16:creationId xmlns:a16="http://schemas.microsoft.com/office/drawing/2014/main" id="{31BB42D0-BE53-7AC0-F4B6-56543068A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36" y="2979421"/>
                <a:ext cx="3355912" cy="1728216"/>
              </a:xfrm>
              <a:prstGeom prst="rect">
                <a:avLst/>
              </a:prstGeom>
              <a:blipFill>
                <a:blip r:embed="rId2"/>
                <a:stretch>
                  <a:fillRect l="-544" t="-707" r="-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999E77F-87D0-64FD-1CD9-66D41CB27C91}"/>
              </a:ext>
            </a:extLst>
          </p:cNvPr>
          <p:cNvSpPr txBox="1">
            <a:spLocks/>
          </p:cNvSpPr>
          <p:nvPr/>
        </p:nvSpPr>
        <p:spPr>
          <a:xfrm>
            <a:off x="457200" y="3672840"/>
            <a:ext cx="8092440" cy="2042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rgbClr val="5F6060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6198B63-F284-E99B-C950-B420792D81C5}"/>
              </a:ext>
            </a:extLst>
          </p:cNvPr>
          <p:cNvSpPr txBox="1">
            <a:spLocks/>
          </p:cNvSpPr>
          <p:nvPr/>
        </p:nvSpPr>
        <p:spPr>
          <a:xfrm>
            <a:off x="457200" y="4707637"/>
            <a:ext cx="4361688" cy="1866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rgbClr val="5F6060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Slight variations in lever arm length, mass, gravity, and initial angles produce vastly different results.</a:t>
            </a:r>
          </a:p>
          <a:p>
            <a:r>
              <a:rPr lang="en-US" dirty="0"/>
              <a:t>The inherent chaos of the double pendulum can be harnessed and used as a seed for a pseudo random number generator [3].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613A085-775E-B5D3-0752-BDDD3AEE8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6112" y="2706624"/>
            <a:ext cx="3273552" cy="3052697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F06BD0C-0191-0BF7-0ADD-54EC3251CCF6}"/>
              </a:ext>
            </a:extLst>
          </p:cNvPr>
          <p:cNvSpPr txBox="1">
            <a:spLocks/>
          </p:cNvSpPr>
          <p:nvPr/>
        </p:nvSpPr>
        <p:spPr>
          <a:xfrm>
            <a:off x="4956112" y="5754501"/>
            <a:ext cx="3593528" cy="626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rgbClr val="5F6060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Fig 1: Cartesian representation of double pendulum [5].</a:t>
            </a:r>
          </a:p>
        </p:txBody>
      </p:sp>
    </p:spTree>
    <p:extLst>
      <p:ext uri="{BB962C8B-B14F-4D97-AF65-F5344CB8AC3E}">
        <p14:creationId xmlns:p14="http://schemas.microsoft.com/office/powerpoint/2010/main" val="3714276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A700-7DAC-C08C-84B1-FDEF3CC50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685617"/>
            <a:ext cx="2194560" cy="444935"/>
          </a:xfrm>
        </p:spPr>
        <p:txBody>
          <a:bodyPr/>
          <a:lstStyle/>
          <a:p>
            <a:r>
              <a:rPr lang="en-US" dirty="0"/>
              <a:t>Problem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ABC0C-737B-BC94-5B0A-C1A5B06E4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30552"/>
            <a:ext cx="4498912" cy="4235014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5F6060"/>
                </a:solidFill>
              </a:rPr>
              <a:t>There are seven adjustable parameters: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F6060"/>
                </a:solidFill>
              </a:rPr>
              <a:t>L1: length of lever arm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F6060"/>
                </a:solidFill>
              </a:rPr>
              <a:t>L2: length of lever arm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F6060"/>
                </a:solidFill>
              </a:rPr>
              <a:t>M1: mass at the end of arm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F6060"/>
                </a:solidFill>
              </a:rPr>
              <a:t>M2: mass at the end of arm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F6060"/>
                </a:solidFill>
              </a:rPr>
              <a:t>G: gravity in m/s^2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l-GR" sz="1600" dirty="0">
                <a:solidFill>
                  <a:srgbClr val="5F6060"/>
                </a:solidFill>
              </a:rPr>
              <a:t>Θ</a:t>
            </a:r>
            <a:r>
              <a:rPr lang="en-US" sz="1600" dirty="0">
                <a:solidFill>
                  <a:srgbClr val="5F6060"/>
                </a:solidFill>
              </a:rPr>
              <a:t>1: angle of m1 relative to origin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l-GR" sz="1600" dirty="0">
                <a:solidFill>
                  <a:srgbClr val="5F6060"/>
                </a:solidFill>
              </a:rPr>
              <a:t>Θ</a:t>
            </a:r>
            <a:r>
              <a:rPr lang="en-US" sz="1600" dirty="0">
                <a:solidFill>
                  <a:srgbClr val="5F6060"/>
                </a:solidFill>
              </a:rPr>
              <a:t>2: angle of m2 relative to m1</a:t>
            </a:r>
          </a:p>
          <a:p>
            <a:pPr marL="0" indent="0"/>
            <a:r>
              <a:rPr lang="en-US" sz="1600" dirty="0">
                <a:solidFill>
                  <a:srgbClr val="5F6060"/>
                </a:solidFill>
              </a:rPr>
              <a:t>Theoretically, all seven could be obtained from analog sources to increase entropy.</a:t>
            </a:r>
          </a:p>
          <a:p>
            <a:pPr marL="0" indent="0"/>
            <a:r>
              <a:rPr lang="en-US" sz="1600" dirty="0">
                <a:solidFill>
                  <a:srgbClr val="5F6060"/>
                </a:solidFill>
              </a:rPr>
              <a:t>In [3], the authors use only four analog sources, and it is unclear which parameters are altered with the sources.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D354D62-3592-197E-F163-964DD0B01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6112" y="1697686"/>
            <a:ext cx="3273552" cy="3052697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DDA84FD-C08F-9BFB-0236-40819E048690}"/>
              </a:ext>
            </a:extLst>
          </p:cNvPr>
          <p:cNvSpPr txBox="1">
            <a:spLocks/>
          </p:cNvSpPr>
          <p:nvPr/>
        </p:nvSpPr>
        <p:spPr>
          <a:xfrm>
            <a:off x="4956112" y="4745563"/>
            <a:ext cx="3593528" cy="626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rgbClr val="5F6060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Fig 2: Cartesian representation of double pendulum [5].</a:t>
            </a:r>
          </a:p>
        </p:txBody>
      </p:sp>
    </p:spTree>
    <p:extLst>
      <p:ext uri="{BB962C8B-B14F-4D97-AF65-F5344CB8AC3E}">
        <p14:creationId xmlns:p14="http://schemas.microsoft.com/office/powerpoint/2010/main" val="3991727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C1161-3749-4E59-A0C9-80DCA09B5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65" y="1645478"/>
            <a:ext cx="8229600" cy="411922"/>
          </a:xfrm>
        </p:spPr>
        <p:txBody>
          <a:bodyPr>
            <a:normAutofit/>
          </a:bodyPr>
          <a:lstStyle/>
          <a:p>
            <a:r>
              <a:rPr lang="en-US" sz="2000" dirty="0"/>
              <a:t>Hardware Architecture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D1C4B4-A648-F63B-0ED2-7EC7E4051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65" y="2057400"/>
            <a:ext cx="8229600" cy="3809999"/>
          </a:xfrm>
        </p:spPr>
        <p:txBody>
          <a:bodyPr/>
          <a:lstStyle/>
          <a:p>
            <a:r>
              <a:rPr lang="en-US" dirty="0"/>
              <a:t>Here is my idea of the system: there are two buttons. One button does the following: when pressed, all four analog sources are read, the parameters are set, and the simulation restarts with those parameters. The other button is simply meant to ``get” the seed at any moment in time. </a:t>
            </a:r>
          </a:p>
          <a:p>
            <a:r>
              <a:rPr lang="en-US" dirty="0"/>
              <a:t>The simulation will run in 10 second loops. This is an arbitrary number but is chosen because a double pendulum can descend into extreme chaos in that time. If neither button is pressed, a new seed will be output every 10 seconds. </a:t>
            </a:r>
          </a:p>
          <a:p>
            <a:r>
              <a:rPr lang="en-US" dirty="0"/>
              <a:t>In order to ``run” the simulation, I believe we will have to implement some numerical integration technique such as </a:t>
            </a:r>
            <a:r>
              <a:rPr lang="en-US"/>
              <a:t>the Euler-Lagrange or RK4.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521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57C96-AD2E-622D-7792-CD8EF3E0C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E7F1C-24DC-3A06-EF17-59A4DD85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85617"/>
            <a:ext cx="3008313" cy="481511"/>
          </a:xfrm>
        </p:spPr>
        <p:txBody>
          <a:bodyPr>
            <a:normAutofit/>
          </a:bodyPr>
          <a:lstStyle/>
          <a:p>
            <a:r>
              <a:rPr lang="en-US"/>
              <a:t>Hardware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5394E2-7743-723E-538B-34D4223B8E21}"/>
              </a:ext>
            </a:extLst>
          </p:cNvPr>
          <p:cNvSpPr/>
          <p:nvPr/>
        </p:nvSpPr>
        <p:spPr>
          <a:xfrm>
            <a:off x="3922776" y="3657600"/>
            <a:ext cx="1051560" cy="6126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5F6060"/>
                </a:solidFill>
              </a:rPr>
              <a:t>IC (</a:t>
            </a:r>
            <a:r>
              <a:rPr lang="en-US" sz="1200" dirty="0" err="1">
                <a:solidFill>
                  <a:srgbClr val="5F6060"/>
                </a:solidFill>
              </a:rPr>
              <a:t>pRNG</a:t>
            </a:r>
            <a:r>
              <a:rPr lang="en-US" sz="1200" dirty="0">
                <a:solidFill>
                  <a:srgbClr val="5F6060"/>
                </a:solidFill>
              </a:rPr>
              <a:t>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030BC6B-8C6F-6B0A-906C-A0B16DF831DB}"/>
              </a:ext>
            </a:extLst>
          </p:cNvPr>
          <p:cNvCxnSpPr>
            <a:cxnSpLocks/>
          </p:cNvCxnSpPr>
          <p:nvPr/>
        </p:nvCxnSpPr>
        <p:spPr>
          <a:xfrm flipV="1">
            <a:off x="4448556" y="3200400"/>
            <a:ext cx="0" cy="4572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0E5A9A-9DC8-9865-99BE-2CC783E39C85}"/>
              </a:ext>
            </a:extLst>
          </p:cNvPr>
          <p:cNvCxnSpPr>
            <a:cxnSpLocks/>
          </p:cNvCxnSpPr>
          <p:nvPr/>
        </p:nvCxnSpPr>
        <p:spPr>
          <a:xfrm rot="10800000" flipV="1">
            <a:off x="4448556" y="4270248"/>
            <a:ext cx="0" cy="4572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81DF6B-B213-EEF6-57E1-81C0B3606712}"/>
              </a:ext>
            </a:extLst>
          </p:cNvPr>
          <p:cNvCxnSpPr>
            <a:cxnSpLocks/>
          </p:cNvCxnSpPr>
          <p:nvPr/>
        </p:nvCxnSpPr>
        <p:spPr>
          <a:xfrm flipH="1">
            <a:off x="2779713" y="4197096"/>
            <a:ext cx="1143000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432632-2419-62E6-DEEB-9FAFD48EA811}"/>
              </a:ext>
            </a:extLst>
          </p:cNvPr>
          <p:cNvCxnSpPr>
            <a:cxnSpLocks/>
          </p:cNvCxnSpPr>
          <p:nvPr/>
        </p:nvCxnSpPr>
        <p:spPr>
          <a:xfrm flipH="1">
            <a:off x="2779776" y="3785616"/>
            <a:ext cx="1143000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2634BD2-8405-6AC9-78F0-0183D781EC5A}"/>
              </a:ext>
            </a:extLst>
          </p:cNvPr>
          <p:cNvSpPr/>
          <p:nvPr/>
        </p:nvSpPr>
        <p:spPr>
          <a:xfrm>
            <a:off x="4055332" y="2825496"/>
            <a:ext cx="786446" cy="3611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5F6060"/>
                </a:solidFill>
              </a:rPr>
              <a:t>Sensor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058E30-1503-A6F0-9A1A-88B7D08DAAB5}"/>
              </a:ext>
            </a:extLst>
          </p:cNvPr>
          <p:cNvSpPr/>
          <p:nvPr/>
        </p:nvSpPr>
        <p:spPr>
          <a:xfrm>
            <a:off x="1961356" y="3582163"/>
            <a:ext cx="786446" cy="3611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5F6060"/>
                </a:solidFill>
              </a:rPr>
              <a:t>Sensor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779577-C356-B2E7-7A34-5431B6135036}"/>
              </a:ext>
            </a:extLst>
          </p:cNvPr>
          <p:cNvSpPr/>
          <p:nvPr/>
        </p:nvSpPr>
        <p:spPr>
          <a:xfrm>
            <a:off x="1961356" y="4016502"/>
            <a:ext cx="786446" cy="3611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5F6060"/>
                </a:solidFill>
              </a:rPr>
              <a:t>Sensor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38654C-C6D2-66DA-C130-695A75C29BD9}"/>
              </a:ext>
            </a:extLst>
          </p:cNvPr>
          <p:cNvSpPr/>
          <p:nvPr/>
        </p:nvSpPr>
        <p:spPr>
          <a:xfrm>
            <a:off x="4055333" y="4741164"/>
            <a:ext cx="786446" cy="3611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5F6060"/>
                </a:solidFill>
              </a:rPr>
              <a:t>Sensor 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26BE5C-4597-0C93-D907-7B0EBE90B80D}"/>
              </a:ext>
            </a:extLst>
          </p:cNvPr>
          <p:cNvSpPr txBox="1"/>
          <p:nvPr/>
        </p:nvSpPr>
        <p:spPr>
          <a:xfrm>
            <a:off x="2932923" y="3539395"/>
            <a:ext cx="9281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UART/I2C/SPI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EDDB77-1500-C39E-1A6C-9FC8299DEA32}"/>
              </a:ext>
            </a:extLst>
          </p:cNvPr>
          <p:cNvSpPr txBox="1"/>
          <p:nvPr/>
        </p:nvSpPr>
        <p:spPr>
          <a:xfrm>
            <a:off x="2932923" y="3947827"/>
            <a:ext cx="9281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UART/I2C/SPI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38B3FE-8AB6-E31B-3088-4673A84EE8A4}"/>
              </a:ext>
            </a:extLst>
          </p:cNvPr>
          <p:cNvSpPr txBox="1"/>
          <p:nvPr/>
        </p:nvSpPr>
        <p:spPr>
          <a:xfrm>
            <a:off x="4377705" y="3333561"/>
            <a:ext cx="9281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UART/I2C/SPI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FB6628-AEB1-25EF-B4A1-98564904305C}"/>
              </a:ext>
            </a:extLst>
          </p:cNvPr>
          <p:cNvSpPr txBox="1"/>
          <p:nvPr/>
        </p:nvSpPr>
        <p:spPr>
          <a:xfrm>
            <a:off x="4377705" y="4345685"/>
            <a:ext cx="9281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UART/I2C/SPI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FCDCD9-743A-D435-C25B-44831013C08E}"/>
              </a:ext>
            </a:extLst>
          </p:cNvPr>
          <p:cNvCxnSpPr>
            <a:cxnSpLocks/>
          </p:cNvCxnSpPr>
          <p:nvPr/>
        </p:nvCxnSpPr>
        <p:spPr>
          <a:xfrm rot="10800000" flipH="1">
            <a:off x="4974336" y="3947827"/>
            <a:ext cx="1143000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4F6E2FD-37B2-06D3-1539-799E8E8463B4}"/>
              </a:ext>
            </a:extLst>
          </p:cNvPr>
          <p:cNvSpPr txBox="1"/>
          <p:nvPr/>
        </p:nvSpPr>
        <p:spPr>
          <a:xfrm>
            <a:off x="5146968" y="3713705"/>
            <a:ext cx="8114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USB (FTDI?)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8ED9D5-E464-95EA-F4FF-AC48D56A3433}"/>
              </a:ext>
            </a:extLst>
          </p:cNvPr>
          <p:cNvSpPr/>
          <p:nvPr/>
        </p:nvSpPr>
        <p:spPr>
          <a:xfrm>
            <a:off x="6131084" y="3657600"/>
            <a:ext cx="1051560" cy="6126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5F6060"/>
                </a:solidFill>
              </a:rPr>
              <a:t>PC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3E988-5FFB-19DE-A309-5DBD69D9C05A}"/>
              </a:ext>
            </a:extLst>
          </p:cNvPr>
          <p:cNvSpPr txBox="1"/>
          <p:nvPr/>
        </p:nvSpPr>
        <p:spPr>
          <a:xfrm>
            <a:off x="5715000" y="1517904"/>
            <a:ext cx="2724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Decide which sensors because that determines comm protocol, specs, clock speed, etc.</a:t>
            </a:r>
          </a:p>
        </p:txBody>
      </p:sp>
    </p:spTree>
    <p:extLst>
      <p:ext uri="{BB962C8B-B14F-4D97-AF65-F5344CB8AC3E}">
        <p14:creationId xmlns:p14="http://schemas.microsoft.com/office/powerpoint/2010/main" val="605074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2F4C3-72A1-E136-7A04-2224AA0BA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85617"/>
            <a:ext cx="8211312" cy="399215"/>
          </a:xfrm>
        </p:spPr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8649E-9D27-E3A0-8F50-90EEBAC65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084832"/>
            <a:ext cx="8211312" cy="4280734"/>
          </a:xfrm>
        </p:spPr>
        <p:txBody>
          <a:bodyPr>
            <a:normAutofit/>
          </a:bodyPr>
          <a:lstStyle/>
          <a:p>
            <a:r>
              <a:rPr lang="en-US" dirty="0"/>
              <a:t>[1]	F. Tinsley, “Random Number Generators and their Applications,” </a:t>
            </a:r>
            <a:r>
              <a:rPr lang="en-US" i="1" dirty="0"/>
              <a:t>Medium</a:t>
            </a:r>
            <a:r>
              <a:rPr lang="en-US" dirty="0"/>
              <a:t>, Apr. 06, 2023. https://medium.com/@randomisergen/random-number-generators-and-their-applications-acafd36aea2e.</a:t>
            </a:r>
          </a:p>
          <a:p>
            <a:r>
              <a:rPr lang="en-US" dirty="0"/>
              <a:t>[2]	</a:t>
            </a:r>
            <a:r>
              <a:rPr lang="en-US" dirty="0" err="1"/>
              <a:t>Twingate</a:t>
            </a:r>
            <a:r>
              <a:rPr lang="en-US" dirty="0"/>
              <a:t> Team, “What is a Random Number Generator? Types &amp; Importance | </a:t>
            </a:r>
            <a:r>
              <a:rPr lang="en-US" dirty="0" err="1"/>
              <a:t>Twingate</a:t>
            </a:r>
            <a:r>
              <a:rPr lang="en-US" dirty="0"/>
              <a:t>,” </a:t>
            </a:r>
            <a:r>
              <a:rPr lang="en-US" i="1" dirty="0"/>
              <a:t>Twingate.com</a:t>
            </a:r>
            <a:r>
              <a:rPr lang="en-US" dirty="0"/>
              <a:t>, 2024. https://www.twingate.com/blog/glossary/random-number-generator.</a:t>
            </a:r>
          </a:p>
          <a:p>
            <a:r>
              <a:rPr lang="en-US" dirty="0"/>
              <a:t>[3]	T. H. Teo </a:t>
            </a:r>
            <a:r>
              <a:rPr lang="en-US" i="1" dirty="0"/>
              <a:t>et al</a:t>
            </a:r>
            <a:r>
              <a:rPr lang="en-US" dirty="0"/>
              <a:t>., "Hardware Implementation of Double Pendulum Pseudo Random Number Generator," </a:t>
            </a:r>
            <a:r>
              <a:rPr lang="en-US" i="1" dirty="0"/>
              <a:t>2024 IEEE 17th International Symposium on Embedded Multicore/Many-core Systems-on-Chip (</a:t>
            </a:r>
            <a:r>
              <a:rPr lang="en-US" i="1" dirty="0" err="1"/>
              <a:t>MCSoC</a:t>
            </a:r>
            <a:r>
              <a:rPr lang="en-US" i="1" dirty="0"/>
              <a:t>)</a:t>
            </a:r>
            <a:r>
              <a:rPr lang="en-US" dirty="0"/>
              <a:t>, Kuala Lumpur, Malaysia, 2024, pp. 394-399, </a:t>
            </a:r>
            <a:r>
              <a:rPr lang="en-US" dirty="0" err="1"/>
              <a:t>doi</a:t>
            </a:r>
            <a:r>
              <a:rPr lang="en-US" dirty="0"/>
              <a:t>: 10.1109/MCSoC64144.2024.00071.</a:t>
            </a:r>
          </a:p>
          <a:p>
            <a:r>
              <a:rPr lang="en-US" dirty="0"/>
              <a:t>[4]	T. </a:t>
            </a:r>
            <a:r>
              <a:rPr lang="en-US" dirty="0" err="1"/>
              <a:t>Shinbrot</a:t>
            </a:r>
            <a:r>
              <a:rPr lang="en-US" dirty="0"/>
              <a:t>, C. </a:t>
            </a:r>
            <a:r>
              <a:rPr lang="en-US" dirty="0" err="1"/>
              <a:t>Grebogi</a:t>
            </a:r>
            <a:r>
              <a:rPr lang="en-US" dirty="0"/>
              <a:t>, J. Wisdom, and J. A. Yorke, “Chaos in a double pendulum,” American Journal of Physics, vol. 60, no. 6, pp. 491–499, 1992.</a:t>
            </a:r>
          </a:p>
          <a:p>
            <a:r>
              <a:rPr lang="en-US" dirty="0"/>
              <a:t>[5]	</a:t>
            </a:r>
            <a:r>
              <a:rPr lang="pt-BR" dirty="0"/>
              <a:t>D. Assencio, “Double pendulum: Lagrangian formulation,” </a:t>
            </a:r>
            <a:r>
              <a:rPr lang="pt-BR" i="1" dirty="0"/>
              <a:t>dassencio.org</a:t>
            </a:r>
            <a:r>
              <a:rPr lang="pt-BR" dirty="0"/>
              <a:t>. https://dassencio.org/33.</a:t>
            </a:r>
          </a:p>
        </p:txBody>
      </p:sp>
    </p:spTree>
    <p:extLst>
      <p:ext uri="{BB962C8B-B14F-4D97-AF65-F5344CB8AC3E}">
        <p14:creationId xmlns:p14="http://schemas.microsoft.com/office/powerpoint/2010/main" val="654832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6afaa0-716b-460e-996d-886e464ca4da">
      <Terms xmlns="http://schemas.microsoft.com/office/infopath/2007/PartnerControls"/>
    </lcf76f155ced4ddcb4097134ff3c332f>
    <TaxCatchAll xmlns="5af42e17-c724-4ea1-ac9f-cc447e87445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7D7B2EC8BFFE40AD78F725244BC516" ma:contentTypeVersion="12" ma:contentTypeDescription="Create a new document." ma:contentTypeScope="" ma:versionID="cdce81de79dbf51fb70a866eb5705730">
  <xsd:schema xmlns:xsd="http://www.w3.org/2001/XMLSchema" xmlns:xs="http://www.w3.org/2001/XMLSchema" xmlns:p="http://schemas.microsoft.com/office/2006/metadata/properties" xmlns:ns2="886afaa0-716b-460e-996d-886e464ca4da" xmlns:ns3="5af42e17-c724-4ea1-ac9f-cc447e87445e" targetNamespace="http://schemas.microsoft.com/office/2006/metadata/properties" ma:root="true" ma:fieldsID="1459afe327830e2784da4f7347e2dac3" ns2:_="" ns3:_="">
    <xsd:import namespace="886afaa0-716b-460e-996d-886e464ca4da"/>
    <xsd:import namespace="5af42e17-c724-4ea1-ac9f-cc447e8744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6afaa0-716b-460e-996d-886e464ca4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38fa7a7-b18c-4352-a067-90bbe88a664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f42e17-c724-4ea1-ac9f-cc447e87445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d4275f1-1e13-4c9e-83ed-4a8fc79e1105}" ma:internalName="TaxCatchAll" ma:showField="CatchAllData" ma:web="5af42e17-c724-4ea1-ac9f-cc447e8744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FEA93E-375E-4679-9AE5-71CBC473357A}">
  <ds:schemaRefs>
    <ds:schemaRef ds:uri="5af42e17-c724-4ea1-ac9f-cc447e87445e"/>
    <ds:schemaRef ds:uri="886afaa0-716b-460e-996d-886e464ca4d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BA87307-14E3-488B-ABD9-287045899C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026AB0-07F7-4298-AA36-979CAA75D6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6afaa0-716b-460e-996d-886e464ca4da"/>
    <ds:schemaRef ds:uri="5af42e17-c724-4ea1-ac9f-cc447e8744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2ac0c07-b75f-46bf-9b13-3630ba94bb69}" enabled="0" method="" siteId="{02ac0c07-b75f-46bf-9b13-3630ba94bb6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807</Words>
  <Application>Microsoft Office PowerPoint</Application>
  <PresentationFormat>On-screen Show (4:3)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Georgia</vt:lpstr>
      <vt:lpstr>Office Theme</vt:lpstr>
      <vt:lpstr>Pseudo Random Number Generator Based on Chaotic Double Pendulum</vt:lpstr>
      <vt:lpstr>Introduction</vt:lpstr>
      <vt:lpstr>Introduction</vt:lpstr>
      <vt:lpstr>Motivation</vt:lpstr>
      <vt:lpstr>Problem Analysis</vt:lpstr>
      <vt:lpstr>Hardware Architecture</vt:lpstr>
      <vt:lpstr>Hardware Architecture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title goes here.</dc:title>
  <dc:creator>Scott Oppenheim</dc:creator>
  <cp:lastModifiedBy>Jenkins, James</cp:lastModifiedBy>
  <cp:revision>1</cp:revision>
  <dcterms:created xsi:type="dcterms:W3CDTF">2012-01-31T19:06:43Z</dcterms:created>
  <dcterms:modified xsi:type="dcterms:W3CDTF">2026-01-30T03:42:11Z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0x010100937D7B2EC8BFFE40AD78F725244BC516</vt:lpwstr>
  </property>
  <property fmtid="{D5CDD505-2E9C-101B-9397-08002B2CF9AE}" pid="3" name="MediaServiceImageTags">
    <vt:lpwstr/>
  </property>
</Properties>
</file>